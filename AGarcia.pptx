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208" autoAdjust="0"/>
  </p:normalViewPr>
  <p:slideViewPr>
    <p:cSldViewPr snapToGrid="0">
      <p:cViewPr varScale="1">
        <p:scale>
          <a:sx n="84" d="100"/>
          <a:sy n="84" d="100"/>
        </p:scale>
        <p:origin x="15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892A2-3578-4799-A6E3-D3EBF2390EE2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6C6CA-A072-4B73-A9B3-FFDF7DEA3F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9157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comando muestra que /dev/sdb3 está montado en /mnt/</a:t>
            </a:r>
            <a:r>
              <a:rPr lang="es-ES" dirty="0" err="1"/>
              <a:t>ntfs</a:t>
            </a:r>
            <a:r>
              <a:rPr lang="es-ES" dirty="0"/>
              <a:t> y, lo más importante, cumple con el requisito de la práctica; está en modo </a:t>
            </a:r>
            <a:r>
              <a:rPr lang="es-ES" b="1" dirty="0"/>
              <a:t>ro (read-only / solo lectura)</a:t>
            </a:r>
            <a:r>
              <a:rPr lang="es-ES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6C6CA-A072-4B73-A9B3-FFDF7DEA3F5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3013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CD7080-3FC7-571C-6D52-890A4D29E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6609DC-BB4C-2C77-86FB-BA5B2A32B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0FA853-2F14-9C72-A70F-21AE80CB9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6DDE-EC50-4535-B672-42BCD655548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635346-D3B4-C7CF-FE0C-0184C3909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BE1A55-096F-23E7-9067-4F4C09B5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DB7F-6A2C-48D9-AE8E-DB14D7C9FC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355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B39B8-C70C-DDDE-D106-BA8C6AC50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60FD90-002E-AF60-F5A7-3EE141683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ED66AD-D59C-230A-C936-BB2D27675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6DDE-EC50-4535-B672-42BCD655548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AC619A-A8AE-B64E-7375-90F9BD2A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C55812-7FDE-9F2C-39EC-2366D0F73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DB7F-6A2C-48D9-AE8E-DB14D7C9FC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108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73E1FC-3493-63C3-7857-BF4F3026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ABE2F0-641E-DEE0-0FE4-7D7C17FEC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CC2401-8111-406F-DAB7-7561C5C88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6DDE-EC50-4535-B672-42BCD655548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37E645-9D85-8EB7-6420-CE93CEDFF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655853-0573-B9FB-3398-E5878680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DB7F-6A2C-48D9-AE8E-DB14D7C9FC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5029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52784-A455-F738-2791-3BED36BCA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023EB8-30EF-0218-DEDF-D4323571F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4A0B66-8424-6B19-A955-7CD490470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48469A-0249-24DB-3A83-5B3ACD694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6DDE-EC50-4535-B672-42BCD655548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092C45-97E6-419D-68C6-E9308017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889FA9-CA60-F19F-0EBB-48EE76A0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DB7F-6A2C-48D9-AE8E-DB14D7C9FC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8486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2E779-C542-512A-290B-5CE0634BB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D22928-93A6-B109-1ACE-341142961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59B5C1-F317-58D6-F3B9-98B743C73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0AE753-6713-5D72-3130-39B1A15E3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14E8210-E3E2-4502-85DB-3F25B821DB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35A43C8-C72C-851E-4F26-696CC824F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6DDE-EC50-4535-B672-42BCD655548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CCFB12D-E089-D176-D36E-5C390BF3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E3082C8-92AD-06B6-DADA-E24751694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DB7F-6A2C-48D9-AE8E-DB14D7C9FC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2617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793F1-B1F5-2D91-B46D-8AA6829C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BD0B63-D722-756B-14D5-8EC0CEF39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6DDE-EC50-4535-B672-42BCD655548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31198C2-BEDC-1F5B-027C-672EF4CA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075761-2354-7F45-4371-B93045FEC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DB7F-6A2C-48D9-AE8E-DB14D7C9FC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8040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BA1FACF-8F08-47D9-10FE-38314918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6DDE-EC50-4535-B672-42BCD655548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0A338A4-8779-C1E5-6D5E-3ABB910FF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218461-A436-190E-27E2-AA2F9925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DB7F-6A2C-48D9-AE8E-DB14D7C9FC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5061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C469A-87EC-3786-9EC8-BB5F2B09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96C9E0-A241-DED0-4F2F-DAB3EF8D3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E749BC-0F22-5F71-85C7-0AD973F5A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8C62F9-FBF6-05E9-D4A7-268C6CCB5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6DDE-EC50-4535-B672-42BCD655548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253BEE-F946-5DA4-BC99-51C478CA4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43C6D9-F4B5-8056-FA9A-58F00D2F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DB7F-6A2C-48D9-AE8E-DB14D7C9FC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9880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7423F-4305-0377-4C1F-9EC749BCD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796D0FD-DAB8-1FA5-4013-618347C3C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FBA8FC-1346-5120-B59F-B091D3EE5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D5B86D-2713-8F92-09C3-D9AC33ABF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6DDE-EC50-4535-B672-42BCD655548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363046-28AC-261D-B76E-C62FC728E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27980A-73AD-4F2E-D2EA-95A3B5A4E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DB7F-6A2C-48D9-AE8E-DB14D7C9FC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530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DFFCC4-E400-0845-2C32-53CF44779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C3DEE8-4967-8847-479C-99DD98EE1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EDB998-0E8A-166F-F982-4F599E2D7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6DDE-EC50-4535-B672-42BCD655548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06CD94-EE1F-D7BD-5D58-B66D2A9F4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91FDB5-F2E4-ACFB-FB1B-20221D92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DB7F-6A2C-48D9-AE8E-DB14D7C9FC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7520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CB4400-D421-EDD6-2BC1-4AFAAD044B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DDA60A-973E-90C1-B63B-27BEF5A8A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2AD7F9-A0D4-65EB-A75B-2E3780CD0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06DDE-EC50-4535-B672-42BCD655548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78B265-2D83-3E01-9B7C-6D7A2316E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8AEB76-D63C-A868-914B-DD69BB86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6DB7F-6A2C-48D9-AE8E-DB14D7C9FC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428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3D5E36-D3D6-6EC3-F5B4-79ECAA729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023B17-8068-AC60-F011-04FFBB1F4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2571AB-5B28-C438-808E-E4BCC9430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706DDE-EC50-4535-B672-42BCD6555488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BE37F8-1C32-B2A8-AAE3-75CEB8A1C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16F1D2-13CD-DF6D-BCD2-6C9C3DCDA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86DB7F-6A2C-48D9-AE8E-DB14D7C9FC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5958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626407-1F94-A8C6-026B-65698E235B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8A7844-0192-8C82-7474-1A2CECED8C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125C7D-BA48-471B-9BB9-F93BDEB53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11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D9F9052A-72E6-B499-3E5F-6CF69467C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0528" y="0"/>
            <a:ext cx="6972888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97B823F-6CA9-CAF6-9874-D5E18949F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360" y="0"/>
            <a:ext cx="72781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869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45E50B4-5030-8385-E8C5-EFAC5235B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60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712B15C-C3BE-FA6B-E058-E6223E123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37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343A92F-48DA-12A3-8F8E-E3546E9BB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8915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48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BE47C76-C1D6-EDD3-5275-D48B16BF2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68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363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FAFF615-D20E-02D8-87EC-A68854D69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8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98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33EB77A-6B6E-03A2-58E1-A90432E08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34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740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BEEA9FA-76CE-5D78-0437-DD358049A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58726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719F45F-B8E9-0F4E-EA21-29019DE6F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87262"/>
            <a:ext cx="12192000" cy="328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390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81072A8-9579-2A05-CC3C-B52597CBF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0984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D9D8D7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D9D8D7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40</Words>
  <Application>Microsoft Office PowerPoint</Application>
  <PresentationFormat>Panorámica</PresentationFormat>
  <Paragraphs>2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Alonso Garcia Del Rosal PErez</dc:creator>
  <cp:lastModifiedBy>Alonso Garcia Del Rosal PErez</cp:lastModifiedBy>
  <cp:revision>18</cp:revision>
  <dcterms:created xsi:type="dcterms:W3CDTF">2026-05-22T09:32:46Z</dcterms:created>
  <dcterms:modified xsi:type="dcterms:W3CDTF">2026-05-22T11:24:07Z</dcterms:modified>
</cp:coreProperties>
</file>